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Template Preview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InsightEngine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slide layouts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typography and colors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slide types supported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Charts, tables, and images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A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846320" y="1371600"/>
            <a:ext cx="4114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1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18288" cy="4572000"/>
          </a:xfrm>
          <a:prstGeom prst="rect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8288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is intelligence made visible.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0" y="47548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Alina Wheeler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Data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Category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$1.2M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$1.5M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524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Growth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18%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Cảm ơn!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2026-04-16T08:09:23Z</dcterms:created>
  <dcterms:modified xsi:type="dcterms:W3CDTF">2026-04-16T08:09:23Z</dcterms:modified>
</cp:coreProperties>
</file>