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596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Category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Q1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Q2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Revenue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$1.2M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$1.5M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Growth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12%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18%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2026-04-16T08:09:23Z</dcterms:created>
  <dcterms:modified xsi:type="dcterms:W3CDTF">2026-04-16T08:09:23Z</dcterms:modified>
</cp:coreProperties>
</file>