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Q1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Q2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Revenue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$1.2M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$1.5M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Growth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