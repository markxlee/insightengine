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Template Preview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InsightEngine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E74C3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slide layouts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typography and colors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slide types supported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tables, and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4572000"/>
          </a:xfrm>
          <a:prstGeom prst="rect">
            <a:avLst/>
          </a:prstGeom>
          <a:solidFill>
            <a:srgbClr val="E74C3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is intelligence made visible.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Alina Wheeler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Sample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Cảm ơn!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2026-04-16T08:09:22Z</dcterms:created>
  <dcterms:modified xsi:type="dcterms:W3CDTF">2026-04-16T08:09:22Z</dcterms:modified>
</cp:coreProperties>
</file>