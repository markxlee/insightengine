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Preview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40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InsightEngine Presentation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0" y="4572000"/>
            <a:ext cx="1828800" cy="45720"/>
          </a:xfrm>
          <a:prstGeom prst="rect">
            <a:avLst/>
          </a:prstGeom>
          <a:solidFill>
            <a:srgbClr val="FF4081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slide layouts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typography and colors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slide types supported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Charts, tables, and images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84632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 1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371600"/>
            <a:ext cx="18288" cy="4572000"/>
          </a:xfrm>
          <a:prstGeom prst="rect">
            <a:avLst/>
          </a:prstGeom>
          <a:solidFill>
            <a:srgbClr val="FF4081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40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is intelligence made visible.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0" y="4754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40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Alina Wheeler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Category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Q1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Q2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12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Revenue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12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$1.2M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12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$1.5M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12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Growth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12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12%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12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18%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Cảm ơn!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40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2026-04-16T08:09:23Z</dcterms:created>
  <dcterms:modified xsi:type="dcterms:W3CDTF">2026-04-16T08:09:23Z</dcterms:modified>
</cp:coreProperties>
</file>